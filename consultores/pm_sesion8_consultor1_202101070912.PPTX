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760"/>
    <p:restoredTop sz="95872"/>
  </p:normalViewPr>
  <p:slideViewPr>
    <p:cSldViewPr snapToGrid="0" snapToObjects="1">
      <p:cViewPr varScale="1">
        <p:scale>
          <a:sx n="55" d="100"/>
          <a:sy n="55" d="100"/>
        </p:scale>
        <p:origin x="19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FF6646-7099-3E48-9A4D-F588FA5C3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828C87-91FC-D040-AA8C-21892272A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2499D7-6BD7-944E-A890-56252F3E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6FB1E2-4B2B-824E-AFFA-84969973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40FEDE-A3D7-1841-85FF-02C08F2D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766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9D840-545D-9E45-AD3F-1DD0C34A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72696B-C032-A340-A86F-C704C7DA5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957FA-57D4-4F47-9E4D-72E6FE7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5BA0C-2CE9-594A-BDC8-F21716F4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E3788-6316-BB43-BEE9-864DE638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46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83D2-0EA2-6044-9744-79BB6CAA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2469A4-BBEE-A54F-9B80-A1B94C84B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37A91F-60DD-2442-B24C-F96FD8A8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1A711-C87C-954C-9FA8-03BA321D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0F742-71D8-2742-A4F9-3EA0E3FA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866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8FCD5-7033-4142-A89A-6B3B8D28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731E5-B3FE-CB40-B38C-27FD93DD8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1A7700-840B-AF4F-BABD-42254A583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F662B6-296E-8A45-8BA0-4267F8413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00DB57-49E1-294F-B0ED-2616244B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36896B-1BAB-6344-B823-7DB96C6B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349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59473-FBAB-284C-A776-339CAE0D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DA5204-E17D-614B-9962-C2FB1E02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6EDEB0-BD19-BC46-BC55-C310D6578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62DADF-C388-3D4A-8795-1EF7EBA56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A72406-1EF2-2A43-8AA8-76348E3FD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6F22E7-92F9-8944-9313-0B350DA1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2440FF-3305-3542-BB2F-B0DF8C27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C4CB84-0424-4846-B1B2-E20CA3C5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727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CF934-EB2F-AA48-A2F7-7E011471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15F64F-D0C8-904B-9180-39318281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791A4A-C458-C943-BD5D-74A5F244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6310E7-A404-6747-83E8-4C5B63DB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288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28047E7-8230-674A-AE72-92567499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2D6311-F916-9E44-9A81-DE162DB4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53F868-8FBB-CF44-AE76-5CD53D90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057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4C805-5F97-B548-89AE-76F048FB4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2BC7A7-0F6C-0D4D-AC67-DC8F0F71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8147BA-870E-DA48-ACDD-F068C3371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BE4B64-7F66-CE4A-8701-628D2E12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18A2C4-EE40-1645-A89C-9E4DC6CF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4B4430-4FC6-8D41-A63B-33A1C752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252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81EA2-46DF-3644-9829-3B2D5CB6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579477-C677-1744-AE8C-9C081ED9F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CE8BDD-F7B4-0745-A3A8-8EB1955C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FAA8F5-777C-5C45-8A4E-B673792D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F4E498-08CC-284B-AB42-2214E08A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64459-9BC2-854A-AEEB-EC04AE92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96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81420-860D-C241-B50F-1E4CFC40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3A2BC8-0CFB-5C42-8CC1-F582D868E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B51E90-73D5-3842-B585-E75A2685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172091-90E1-BD43-9032-A0A8CF880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0777E1-04AF-3443-9F4F-E72E1FB1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866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3AE34B-31D7-384F-859C-774FBC0D9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0926BC-7517-7545-9CC2-41D64CAE8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E0FB5-28DC-5545-9360-AE9606EE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A373DB-9D28-0D4B-8934-1BBCF28F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2C7164-9C46-654B-8EFA-D98CAB86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683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42915E-00D2-AD4D-9293-F57852FF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1B5C1E-0FCE-6F4A-ACAA-EC6D70FC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48FE2-AE44-BD48-8648-35CFD1B3C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9EC57-CFA7-0048-AD66-373599C52FFF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D65121-6804-3B48-811F-163480448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0E1654-A6F6-2C44-800A-AC0892E34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958A5-D0B4-0B47-A1E6-B8EE79D276F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8090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57DB1-4614-5648-9860-93D8E7118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400" b="1" dirty="0"/>
              <a:t>Sesión 8</a:t>
            </a:r>
            <a:br>
              <a:rPr lang="es-ES" sz="4400" b="1" dirty="0"/>
            </a:br>
            <a:r>
              <a:rPr lang="es-ES" sz="4400" b="1" dirty="0"/>
              <a:t>Confección del Plan de Mejora. Parte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0374E1-7240-0B47-9838-20D6564EC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921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CEB2-64E8-8542-9641-E85154CC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6B5CA-47BD-4C4A-BE49-E80CD9C0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 err="1"/>
              <a:t>Completación</a:t>
            </a:r>
            <a:r>
              <a:rPr lang="es-ES" dirty="0"/>
              <a:t> de ficha de plan de mejora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385357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Macintosh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Sesión 8 Confección del Plan de Mejora. Parte 2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Determinación del Foco Estratégico </dc:title>
  <dc:creator>Orlando Olivera</dc:creator>
  <cp:lastModifiedBy>Orlando Olivera</cp:lastModifiedBy>
  <cp:revision>6</cp:revision>
  <dcterms:created xsi:type="dcterms:W3CDTF">2020-10-11T19:30:31Z</dcterms:created>
  <dcterms:modified xsi:type="dcterms:W3CDTF">2020-10-12T01:31:48Z</dcterms:modified>
</cp:coreProperties>
</file>