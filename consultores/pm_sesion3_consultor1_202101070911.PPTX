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648"/>
    <p:restoredTop sz="95872"/>
  </p:normalViewPr>
  <p:slideViewPr>
    <p:cSldViewPr snapToGrid="0" snapToObjects="1">
      <p:cViewPr varScale="1">
        <p:scale>
          <a:sx n="65" d="100"/>
          <a:sy n="65" d="100"/>
        </p:scale>
        <p:origin x="208" y="7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E37DFD-F3E5-104B-B0DD-A85D317293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0643341-AC63-2646-AAB4-6A254F650F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8001DCE-1FB5-7A4B-B95F-1FE4DA3D1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79D5B-F103-5F44-82CB-9A6442372D99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34F9B4-745C-AC43-9CDA-C0D97791B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F96B67-7BC6-1040-AF8D-A1FDEFF81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05976-FEA3-3041-A7D8-ACE1862A7A7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70971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44E37C-4DD8-8E4F-B83F-37EB47A6E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09E9B8-18EA-B348-9739-A13F75B42D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B1C1BE-5B6F-574D-B20A-B681ECE8A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79D5B-F103-5F44-82CB-9A6442372D99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E8A226A-B9A2-9C46-ADB5-9C7B85DE9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F7BDD2-320A-E049-8F9B-E8422DAC4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05976-FEA3-3041-A7D8-ACE1862A7A7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15314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9ACE58-847F-E44B-A4EA-28767E56E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7AB56A0-1AAE-DC40-8235-F25B5F6CFC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DC55638-DF4A-2446-B42F-EF525C6D8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79D5B-F103-5F44-82CB-9A6442372D99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A71E314-9706-1343-AE68-47BE30862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A5B617A-802C-814B-87FB-BD33C842C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05976-FEA3-3041-A7D8-ACE1862A7A7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10468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55DF2A-AF20-184D-8840-4098327FF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CADD07-BD8F-5E4D-A26E-EE61799BDF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1435A0F-52B8-EC48-8621-D122F6A805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3C54C9D-9C48-0947-917C-FB04539C5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79D5B-F103-5F44-82CB-9A6442372D99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FDD8282-4741-F141-B8A2-642B9C300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60DAD38-1F36-4445-8251-81EA717D9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05976-FEA3-3041-A7D8-ACE1862A7A7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71702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449D61-9315-534B-9312-597406C59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6804BE8-43F4-6340-81BE-5A39A425FC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E119B87-8B3F-BB4A-B828-0605057C47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DF35DC2-44FB-2147-A1EB-6A09710BF1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AB2C28B-29EB-CD45-B3E4-29932E013A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D6B2E77-E75F-614C-AEB9-6AE45AFEB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79D5B-F103-5F44-82CB-9A6442372D99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D3CB4C0-7C28-F545-AB30-57FBB63E4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474B996-6EE1-FE4E-8B2A-88533E695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05976-FEA3-3041-A7D8-ACE1862A7A7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81100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75FCF-3525-1844-8150-88B68FF7E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D982C30-3587-4044-AF1C-0BC076808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79D5B-F103-5F44-82CB-9A6442372D99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7C07C15-FC2C-3E4E-9A83-A70A8FED0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FAC9A57-7691-DC4A-8581-CB76630D3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05976-FEA3-3041-A7D8-ACE1862A7A7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25310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46D219D-1971-B949-96CF-ECD354501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79D5B-F103-5F44-82CB-9A6442372D99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558A36E-242E-A84F-9491-54F51276A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D77F652-688F-6942-BD46-0037CFA96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05976-FEA3-3041-A7D8-ACE1862A7A7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92411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0C511F-4D34-954C-B3CD-17A58F405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9EFE0EC-FF9E-9E49-965E-293B50F586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ECADEFC-2766-ED49-8520-1EEE1FFB9D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630F451-34BF-A143-8323-90A87CF7B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79D5B-F103-5F44-82CB-9A6442372D99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A9D1783-1C3E-A14B-941C-769B747E9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64D370-0963-5844-A9BB-8BCFD30C1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05976-FEA3-3041-A7D8-ACE1862A7A7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36283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337B00-1310-B744-92EE-CAB8E27D9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8996E9D-22F4-8540-95CC-F8C7EE34AB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13E0D9F-48C9-BE42-88BE-55B46FEA8E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D6D4E85-9782-3C49-9E7F-AC30C452E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79D5B-F103-5F44-82CB-9A6442372D99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FAA1E46-058C-E841-8AAC-149722B17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2108335-85D7-CE49-83F1-17B349A3A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05976-FEA3-3041-A7D8-ACE1862A7A7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81125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BA48B0-EE5D-7846-B881-86842AC6A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A4C4299-5955-054B-AA75-9F2B817609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A4EC10-C058-994A-987C-538425A82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79D5B-F103-5F44-82CB-9A6442372D99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DD6903-643F-0B43-BCF1-3B5757924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82166A3-4A70-9F49-B361-C5BCD36D0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05976-FEA3-3041-A7D8-ACE1862A7A7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19564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4E04934-C2CB-6E4E-ACC6-819E7869D1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B7DA224-E495-464C-904B-800D52F8E3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563D4D8-FBB2-344F-AA2E-C3187CCC7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79D5B-F103-5F44-82CB-9A6442372D99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7E1D2FA-3256-3143-8944-0D07807BA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5D2047-5DB5-7448-8442-1B69CB98A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05976-FEA3-3041-A7D8-ACE1862A7A7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87004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4CAC369-76DC-1A45-9A36-F0AA10A41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0E3F332-F89B-4042-922B-5CF86C148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603D26-BFD2-F945-9CC2-006F31EC3E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479D5B-F103-5F44-82CB-9A6442372D99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FAFF61-55D9-B04E-BC75-E0F9E28476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1CDD1E-E083-8F4B-ACE1-9338769732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F05976-FEA3-3041-A7D8-ACE1862A7A7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9771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7AB35B-7B5B-B745-895F-E91BA160B6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ES" sz="4400" b="1" dirty="0"/>
              <a:t>Sesión 3</a:t>
            </a:r>
            <a:br>
              <a:rPr lang="es-ES" sz="4400" b="1" dirty="0"/>
            </a:br>
            <a:r>
              <a:rPr lang="es-ES" sz="4400" b="1" dirty="0"/>
              <a:t>Definición de Acciones de Mejora Inmediata (AMI)</a:t>
            </a:r>
            <a:endParaRPr lang="es-CL" sz="44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7F8FB9A-B928-E44D-BBC0-CB99E7F3F4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61338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E1C57A-431E-0D41-A303-EF73C9E6F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D5B8FAB-7233-0845-B40F-BAFB599A09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Qué es una AMI</a:t>
            </a:r>
          </a:p>
          <a:p>
            <a:r>
              <a:rPr lang="es-CL" dirty="0"/>
              <a:t>Cómo se definen</a:t>
            </a:r>
          </a:p>
          <a:p>
            <a:r>
              <a:rPr lang="es-CL" dirty="0"/>
              <a:t>Formato de las AMI</a:t>
            </a:r>
          </a:p>
        </p:txBody>
      </p:sp>
    </p:spTree>
    <p:extLst>
      <p:ext uri="{BB962C8B-B14F-4D97-AF65-F5344CB8AC3E}">
        <p14:creationId xmlns:p14="http://schemas.microsoft.com/office/powerpoint/2010/main" val="239303641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</Words>
  <Application>Microsoft Macintosh PowerPoint</Application>
  <PresentationFormat>Panorámica</PresentationFormat>
  <Paragraphs>4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de Office</vt:lpstr>
      <vt:lpstr>Sesión 3 Definición de Acciones de Mejora Inmediata (AMI)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3 Componentes de un Plan de Mejoras</dc:title>
  <dc:creator>Orlando Olivera</dc:creator>
  <cp:lastModifiedBy>Orlando Olivera</cp:lastModifiedBy>
  <cp:revision>2</cp:revision>
  <dcterms:created xsi:type="dcterms:W3CDTF">2020-10-11T19:29:35Z</dcterms:created>
  <dcterms:modified xsi:type="dcterms:W3CDTF">2020-10-12T01:26:16Z</dcterms:modified>
</cp:coreProperties>
</file>