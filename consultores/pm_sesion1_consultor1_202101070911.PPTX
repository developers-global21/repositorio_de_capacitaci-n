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19"/>
    <p:restoredTop sz="94655"/>
  </p:normalViewPr>
  <p:slideViewPr>
    <p:cSldViewPr snapToGrid="0" snapToObjects="1">
      <p:cViewPr varScale="1">
        <p:scale>
          <a:sx n="93" d="100"/>
          <a:sy n="93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8CEA0-F8B4-554C-92C4-927EBD81F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E4C841-5A07-4044-BBAB-FD27ED4DE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680ED4-D28B-184B-AA94-5C9B0CBC9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56711E-7C86-D941-9C16-D96882D6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367A16-CC32-B14E-BCE8-28709C310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5730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1DDDE-5CB3-CF43-A1DA-A059E200B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5B4392-AFDA-ED43-A28B-0D3A2DAC2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5A6BBA-4C18-E847-8FCD-FAC50FB14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686F32-D2BF-E141-88B9-AC6F662D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5D8CE8-EA20-2B4B-A1E9-EC554C71B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132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4A6FD-EFF4-6746-ADDA-7D889A705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207E19-8A49-0E44-AEEC-A9D1D7F33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7355B8-E4E2-AD44-BC98-CAA44520E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019540-15EB-CF4D-B57C-8F9DBDC9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A0D69C-AD97-444C-B9A7-24DE96B9B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6568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C8F9B-262A-1542-971A-ED630C0C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C8D862-0635-6149-A467-B0B295C4A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F2D373-7CC3-A84D-B2BF-42A620471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8D43198-F4C8-2946-8DC4-B1F78227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611036-15E7-1542-960C-AE139C00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ED0A35-B05C-9149-9B8B-0AEED7F1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125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54B4E-5644-BD4A-97D1-E10DAF6C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C6384B-D8A1-E44A-BFEA-3BDAAC629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2E61116-C595-0641-9643-C49FE1066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DD3DE8-BDF2-284E-B1B9-25AD3E81BC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02D9CFE-7503-784A-90E2-EFDD168ADA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3BA781-E238-0C41-99F8-462DA0B22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D89BCCA-F60F-D441-95E5-7E3BE19C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2DD670D-6C10-484A-AC1A-4CD92E4AB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3486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0B9EA-DF0E-5949-A598-ED8E03D7D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7E052FE-8DA2-904E-92F1-FDA6F6B94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EDF3E41-4C35-0A49-9366-F18030DB7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A809B32-66B1-294A-A5F5-F82A51FE1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289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648FF5D-2686-4A48-85B3-986201529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43B9191-C506-6F4C-BF7D-6373559F1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1984C-4F86-B94E-9F97-23DA51A12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04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820D6-3BFB-9E45-A9A2-376321E5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61764E-A0B7-374C-8A09-B012BF484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438094-0FD8-BF44-B5D3-613D4C5B3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3A951D-ACD4-7748-BB96-A89FE4D9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2677D3-7B5C-A54B-B44A-3D3EDBA2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266E08-FFC1-484E-9C8C-A43ED9B7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3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125D22-52B5-E34A-8EE3-33AD7471F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ED1755D-1F88-074E-99CE-9976B83A8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277660-18B8-9042-B047-9AE91005CB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C2B075-1B66-644E-88E8-472B42EA0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C68140-D781-914C-AC36-6324AF747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733C886-04F0-824F-80E0-464259476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1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C2706-9258-8843-B89F-4B91302F3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E9B381-AD4C-4446-AFFF-F328BF288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8B6B1F-394F-604D-90E3-7AC7624B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58D443-4592-BA40-BAB5-6F8C4E10C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3FDB6E-BA6A-0944-905B-6BCCD121D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371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8C4EC1-C57A-A148-9C98-42F991E37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89F0F5-C5D2-0E43-A334-5FBBEA793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D2A69C-B91F-8F4A-8526-D98D923AD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A8E106-6851-1B44-9344-0AB5D297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95BA2E-2851-A64C-8BD4-CDFDF8A8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042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DA3C74F-4C8A-B94E-B94A-FF0075074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94D7DA-DDBC-0E41-A67B-F6D7A5D0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8A3C98-9CCF-5249-9CF5-B7DC5C452A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2A5AE-B02B-A246-BCB8-E1B23A7EBEA4}" type="datetimeFigureOut">
              <a:rPr lang="es-CL" smtClean="0"/>
              <a:t>11-10-20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707379-78E8-1F43-B712-51216F53F7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AF2D61-7661-9940-BCD4-80D319767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2E462-D15D-734C-A9E4-3BC9119996D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2957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CF9D90-3509-C14E-A60B-F303513D65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" sz="3200" b="1" dirty="0"/>
              <a:t>Sesión 1</a:t>
            </a:r>
            <a:br>
              <a:rPr lang="es-ES" sz="3200" b="1" dirty="0"/>
            </a:br>
            <a:r>
              <a:rPr lang="es-ES" sz="3200" b="1" dirty="0"/>
              <a:t>Plan de mejoras como parte del mejoramiento continuo y fortalecimiento institucional</a:t>
            </a:r>
            <a:endParaRPr lang="es-CL" sz="3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0B6D24-FF9A-0042-82A4-BE0611FF3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3561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CDFF9-92B3-2D4E-932F-F737E28D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24C4C0-72A3-E94A-8584-CE926FD0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dirty="0"/>
              <a:t>Proceso de Mejoramiento Continuo</a:t>
            </a:r>
            <a:endParaRPr lang="es-CL" dirty="0"/>
          </a:p>
          <a:p>
            <a:pPr lvl="0"/>
            <a:r>
              <a:rPr lang="es-ES" dirty="0"/>
              <a:t>Ciclo: Autoevaluación – Plan de Mejora - Autoevaluación</a:t>
            </a:r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5958555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</Words>
  <Application>Microsoft Macintosh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Sesión 1 Plan de mejoras como parte del mejoramiento continuo y fortalecimiento institucional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 Plan de mejoras como parte del mejoramiento continuo y fortalecimiento institucional</dc:title>
  <dc:creator>Orlando Olivera</dc:creator>
  <cp:lastModifiedBy>Orlando Olivera</cp:lastModifiedBy>
  <cp:revision>1</cp:revision>
  <dcterms:created xsi:type="dcterms:W3CDTF">2020-10-11T19:27:09Z</dcterms:created>
  <dcterms:modified xsi:type="dcterms:W3CDTF">2020-10-11T19:28:41Z</dcterms:modified>
</cp:coreProperties>
</file>