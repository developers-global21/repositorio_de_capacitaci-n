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39"/>
    <p:restoredTop sz="95872"/>
  </p:normalViewPr>
  <p:slideViewPr>
    <p:cSldViewPr snapToGrid="0" snapToObjects="1">
      <p:cViewPr varScale="1">
        <p:scale>
          <a:sx n="53" d="100"/>
          <a:sy n="53" d="100"/>
        </p:scale>
        <p:origin x="184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B7C00-C1D3-BB4F-8A0E-89599B771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D948E1-8F70-D24B-9FEB-087BC0B05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86E36-DF96-7D40-BC71-B2C35DE4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A3F7CC-2275-8A4B-932A-BB7FE712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D499D4-158E-D741-9F0D-892301DA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313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C918B-F4C0-884F-94AD-F03E50DE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142994-2F8A-2146-8158-E66133924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DA665-EE61-094A-9234-EB7C59F9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8693B-60F1-0449-9858-A9DB51FE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8A5EE1-76C0-CC45-9D85-08B219A6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360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AA425-35CE-1D43-B126-36E084ADB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CBCED5-157C-B644-8D80-4C1F01B6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9C0EF-F318-1948-B51B-6467D912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635FC8-F4AC-704F-BD18-D12FE807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4FB75B-3225-FA4C-AB37-BE95A44E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688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81EA1-DFCE-4D47-AB95-559FE094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89814B-E2E4-CF42-AA89-223FBD321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439CB5-22A4-AE41-891D-00C9A20A8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6B6F73-21E6-3A4D-85C8-71B7C952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598B28-6898-C747-BBF1-BCD69CF3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C5A118-80AD-E14E-8AA8-71F3DA97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084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DC058-E552-6840-9B4D-279B5E7C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802A43-9BC7-074E-931A-196310FB1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8C1144-2A9B-734F-97E7-6680CA1A3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9EA17B-907E-5844-B51F-ECF5A10B0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129A45-E279-8844-922F-5D3AC71FD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E03279-2DD5-3F4E-89D1-A7169242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21DE218-7DB6-0449-AB5F-6375B712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B5C935-5CAA-804C-9C6E-75720AE64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321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74989-B6D9-F044-96EB-C812DF3E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8E1F51-633C-DD48-BBD6-0AD256AD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0DFD3A7-9D99-FB4F-9C1D-61A2CB00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989BA3-C472-A145-97AE-623EDFB9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687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15E7C1-E0F8-424F-B320-B2A30DBE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A37DE5-E2F2-9E40-8030-6CA323A9B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4D4C8C-89F6-9645-AE5F-A5DBD41C3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755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41EA6-FE89-9245-9AC7-6321A20BB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7F7B8-BEA9-B64C-A0A2-630DD4717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47E5F5-050F-0944-BED4-8CD80AB58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2D0CA9-032B-4D45-8876-671D7A04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3907C6-E54D-EE45-9633-F312735C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9A657B-A8A9-6F4D-A151-1F341DEF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140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7579-6A46-B24C-94CE-48A03405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1D9BC5-107C-8F48-BA23-5E1F689BB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A2A7FD-8353-E548-AE32-D1BF27F99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BA8C4-26C3-5148-AE73-C6147B4F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01F36-4B8F-674D-8CFB-B350842EB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26E208-2154-4F4C-9FD4-5BD06E83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9851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AFE82-83C7-7845-9B42-3B7E7935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8C0143-6349-9F45-9E9B-F0A7E0ED3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90FF15-E041-BB4C-9376-45A91D6F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B51B0-C0E8-7847-B03B-2B499E90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EA22C-88FB-B944-A415-AF93499E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4833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D57B8D-103C-EB41-88E7-B6B7E4ED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07FABA-0EFF-5548-8EF6-15E753150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197221-CA83-294A-AFC6-F3D71800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51E1AA-FD84-1F4F-89FE-5EA788978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48639-4194-7942-8E7B-913994B6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39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B08ABC-1375-B94F-BBDD-992A1534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1F8F5E-F74F-014E-805E-AD22A0AC8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056C67-14AF-4145-8A1D-B11DAE914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84473-A8C0-F247-9CF7-75DF79A15B98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68DD4F-AA87-4A42-BD28-B0C511598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D11A9F-7F81-5F4F-9E2A-91695B13F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D3AB2-4ADF-B744-89E6-09F955DAF19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48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1A18A-141A-654E-896D-12D97D4467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Sesión 2</a:t>
            </a:r>
            <a:br>
              <a:rPr lang="es-ES" sz="4400" b="1" dirty="0"/>
            </a:br>
            <a:r>
              <a:rPr lang="es-ES" sz="4400" b="1" dirty="0"/>
              <a:t>Definición y alcance del Plan de Mejora</a:t>
            </a:r>
            <a:endParaRPr lang="es-CL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E7C990-9E4F-2B4B-BE35-329B61AD9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504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778AD-A217-F64C-90D2-F3CB7765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2D9D6D-47B7-0B45-AB2A-3D01AEE1B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Objetivos del PM</a:t>
            </a:r>
          </a:p>
          <a:p>
            <a:pPr lvl="0"/>
            <a:r>
              <a:rPr lang="es-ES" dirty="0"/>
              <a:t>Foco estratégico</a:t>
            </a:r>
          </a:p>
          <a:p>
            <a:pPr lvl="0"/>
            <a:r>
              <a:rPr lang="es-ES" dirty="0"/>
              <a:t>Líneas de Acción</a:t>
            </a:r>
          </a:p>
          <a:p>
            <a:pPr lvl="0"/>
            <a:r>
              <a:rPr lang="es-ES" dirty="0"/>
              <a:t>Brechas a reducir</a:t>
            </a:r>
          </a:p>
          <a:p>
            <a:pPr lvl="0"/>
            <a:r>
              <a:rPr lang="es-ES" dirty="0"/>
              <a:t>Resultados esperados</a:t>
            </a:r>
          </a:p>
          <a:p>
            <a:pPr lvl="0"/>
            <a:r>
              <a:rPr lang="es-ES" dirty="0"/>
              <a:t>Plazo de ejecución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51113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Macintosh PowerPoint</Application>
  <PresentationFormat>Panorámica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Sesión 2 Definición y alcance del Plan de Mejora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El Plan de Mejoras</dc:title>
  <dc:creator>Orlando Olivera</dc:creator>
  <cp:lastModifiedBy>Orlando Olivera</cp:lastModifiedBy>
  <cp:revision>2</cp:revision>
  <dcterms:created xsi:type="dcterms:W3CDTF">2020-10-11T19:28:47Z</dcterms:created>
  <dcterms:modified xsi:type="dcterms:W3CDTF">2020-10-12T01:25:14Z</dcterms:modified>
</cp:coreProperties>
</file>